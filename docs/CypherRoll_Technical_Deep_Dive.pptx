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AUTONOMOUS  ·  PROVABLY FAIR  ·  PRIVACY-FIRST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59E0B"/>
                </a:solidFill>
                <a:latin typeface="Arial"/>
              </a:defRPr>
            </a:pPr>
            <a:r>
              <a:t>CYPHERROLL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8FAFC"/>
                </a:solidFill>
                <a:latin typeface="Calibri"/>
              </a:defRPr>
            </a:pPr>
            <a:r>
              <a:t>The Next-Generation Provably Fair, High-Performance</a:t>
            </a:r>
            <a:br/>
            <a:r>
              <a:t>Web3 &amp; Privacy-First Casino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Technical Deep-Dive Presentation  ·  Architecture · Cryptography · Games · Vaults ·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BBF24"/>
                </a:solidFill>
                <a:latin typeface="Calibri"/>
              </a:defRPr>
            </a:pPr>
            <a:r>
              <a:t>Sub-50ms latency  ·  HMAC-SHA256 commit–reveal  ·  Multi-chain escrow  ·  Tor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28-slide deep dive — nothing skipped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01–05 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Vision &amp; problem space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Value proposition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Audience &amp; personas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Architecture overview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Full 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06–12  Product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CypherDice mechanics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CypherCrash engine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Provably fair crypto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Exact formulas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Wallet auth (SIWE/SIWS)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Smart contracts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Cashier 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13–20 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Treasury &amp; Kelly caps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VIP rakeback economy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Design system &amp; 3D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Social (ticker/trollbox)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Privacy (Tor/PoW/AML)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Admin command center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API &amp; data model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Security invariants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21–28 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Deployment (Docker/Tor)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Demo vs Real mode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Status vs roadmap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End-to-end user journeys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Verification checklist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Key takeaways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Appendix formulas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The Problem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opaque casinos fail crypto-native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0972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Opaque RNG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Players cannot verify outcomes. House can alter results after bets. Trust is social, not mathematical.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On-chain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Waiting for block confirmations kills high-frequency betting. Micro-bets become unusable.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49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KYC Friction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Email/password + documents contradict Web3 identity. Privacy advocates refuse to play.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06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109728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Solvency Opacity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03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No proof the house can pay. Bankroll risk is hidden until withdrawal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Vision &amp;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“Autonomous Provably Fair Gaming” — Multi-Chain Cryptographic Sessions • SIWE &amp; SIWS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Provably Fair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HMAC-SHA256 commit–reveal. Player audits every roll. Server seed hashed before 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Sub-50ms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Off-chain game ticks. On-chain only for deposits/withdrawals. Instant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Zero-KYC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Wallet connect + signed message. No email, no password, no documents.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1188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Privacy-First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Tor Onion v3, WebRTC leak mitigation, zero IP logging, nginx access_log off.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1188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Non-Custodial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434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EVM + Solana escrow vaults. Operator-signed EIP-712 withdrawals. Player controls keys.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1188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Solvency 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Community Bankroll Vault + Kelly 1% caps + live HEALTHY / WARNING / CIRCUIT_BREAKER.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Target Audience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Five personas from the PRD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As a Web3 Bettor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25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Connect Phantom / MetaMask with one click (SIWE/SIWS). Play immediately — no registration 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As a High-Speed Gambler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31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Instantaneous resolution (&lt;50ms) in Crash &amp; Dice. Micro-bets without waiting for blocks.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64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As a Fairness Skeptic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37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Inspect SHA-256 pre-committed Server Seed, set Client Seed, verify HMAC formula independently.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70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As a Privacy Advocate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43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Access via Tor .onion with zero WebRTC IP leakage. Identity &amp; location stay confidential.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760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As a LP / Investor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349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Stake USDC into Community Bankroll Vault. Earn proportional share of house-edge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Architecture — 3-Tier Hybrid Web3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Off-Chain Execution + On-Chain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618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Next.js 14 App Router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Tailwind + Framer Motion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React Three Fiber 3D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RainbowKit + Solana adapters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Lobby tabs: DICE | CRASH | VAULT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8346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618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Game engines (Dice, Crash)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HMAC provably-fair core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SIWE / SIWS auth + sessions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Kelly caps · EIP-712 signer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PoW · AML · Admin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618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Supabase Postgres + RLS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Atomic RPCs (FOR UPDATE)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Optional Redis / Upstash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Realtime (bets, trollbox)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In-memory fallback mock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188720"/>
            <a:ext cx="28346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2618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  <a:latin typeface="Calibri"/>
              </a:defRPr>
            </a:pPr>
            <a:r>
              <a:t>ON-CHAIN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CypherRollVault (EVM)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CypherRollVRFConsumer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Solana cypherroll_escrow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Base 8453 · Arbitrum 42161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USDC deposits / withdrawals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Exact versions from package.json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Next.js ^14.2.3 (App Router)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React ^18.3.1 · TypeScript ^5.4.5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Tailwind CSS ^3.4.3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Framer Motion ^11.2.6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three ^0.164.1 (R3F canvases)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lucide-react · clsx · tw-merge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Web3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19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wagmi ^2.8.6 · viem ^2.10.8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RainbowKit ^2.1.2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@solana/web3.js ^1.91.8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wallet-adapter 0.9–0.19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Solidity ^0.8.24 / ^0.8.20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Anchor (Solana escrow)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Data &amp;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@supabase/supabase-js ^2.115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@tanstack/react-query ^5.37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Redis / Upstash (optional)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Node 20 Alpine Docker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nginx + Tor Onion v3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Blender headless (3D gen)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Contracts /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74519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CypherRollVault.sol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CypherRollVRFConsumer.sol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cypherroll_escrow (Rust)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dice.glb · rocket.glb · chip.glb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npm run test:pf (PF suite)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npm run generate:3d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CypherDice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Roll-under · 1% house edge · 99% RTP · 3D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Target range: roll-under 2–98 (UI slider)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Outcome space: 0.00 – 99.99 (two decimals)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Win condition: roll &lt; target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Multiplier: (1 − 0.01) / (target / 100)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House edge fixed at 1.00% → RTP 99%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Demo mode: virtual $1,000 (localStorage)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Real mode: session + atomic DB bet RPC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History: each bet opens in PF verifier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Rakeback: 15% of theoretical 1% edge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→ rakeback = wager × 0.01 × 0.15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API: POST /api/games/dice/roll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3D: DiceCanvas (dice.glb ~267KB) + 2D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Outcome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1. CSPRNG serverSeed = randomBytes(32)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2. Publish SHA-256(serverSeed) BEFORE play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3. Player sets clientSeed; nonce++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4. HMAC = HMAC-SHA256(serverSeed,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    `${clientSeed}:${nonce}`)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5. subHash = HMAC[0:8]  (32 bits)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6. roll = (parseInt(subHash,16) % 10000) / 100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7. won = roll &lt; target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8. payout = wager × getDiceMultiplier(target)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Example: target=50 → mult ≈ 1.9800×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Example: target=25 → mult ≈ 3.9600×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Example: target=2  → mult ≈ 49.5000×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CypherCrash — Global Multiplayer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50ms tick · Bustabit-class formula · 2% house edge · 98% RTP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Round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States: STARTING (5s) → FLYING → CRASHED (~3.5s)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Flight curve: mult(t) = exp(0.065 × t_sec)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Tick interval: 50ms (sub-50ms UX target)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Bets only accepted in STARTING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One bet per wallet per round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Auto-cashout range: 1.01× – 10,000×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Manual cashout during FLYING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250ms latency grace after crash for late packets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Singleton CrashEngine + leader election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Distributed lock on bet placement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SSE stream: /api/games/crash/stream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Also: /state, /ping, /bet, /cashout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History: last ~10 crash points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3D: CrashRocketCanvas (rocket.glb ~56KB)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Crash Point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HMAC = HMAC-SHA256(serverSeed,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`${clientSeed}:${nonce}`)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h = parseInt(HMAC[0:13], 16)   // 52 bits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e = 2^52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raw = (0.98 × e) / (e − h)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crash = raw &lt; 1 ? 1.00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    : floor(raw × 100) / 100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Coefficient 0.98 ⇒ ~2% mass at 1.00×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(instant crash = house edge)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Industry standard (Bustabit / Rollbit)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Rakeback on settle: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wager × 0.02 × 0.15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PF suite: 10k sims → ~2% instant crashes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Seeds revealed after round in crash_rounds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Provably Fair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Commit–reveal · Independent auditor · Optional Chainlink VRF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0972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01 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Generate serverSeed via crypto.randomBytes(32). Publish only SHA-256(serverSeed) before any bet.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09728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02 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Player chooses clientSeed. Nonce increments per bet. Outcome = f(HMAC(serverSeed, clientSeed:nonce)).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03  REVEAL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On seed rotation (or crash round end), reveal serverSeed. Anyone recomputes hash + HMAC.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09728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04 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In-app ProvablyFairModal + POST /api/games/provably-fair/verify. getDetailedGameProof() returns step-by-step.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Exact Formulas —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Source of truth: lib/provably-fair.ts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computeHMAC(serverSeed, clientSeed, nonce)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→ HMAC-SHA256 key=serverSeed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→ msg = `${clientSeed}:${nonce}`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calculateDiceRoll(...)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subHash = hex[0:8]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roll = (int(subHash,16) % 10000) / 100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→ [0.00, 99.99]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getDiceMultiplier(target)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target ∈ [1.00, 98.00]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mult = (1 − 0.01) / (target/100)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→ 4 decimal places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Invariant: NEVER Math.random() for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CRASH + VRF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calculateCrashPoint(...)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h = int(hex[0:13], 16)  // 52-bit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e = 2^52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raw = (0.98 * e) / (e - h)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clamp floor to 2 decimals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Flight (visual, not RNG)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multiplier(t) = e^(0.065 * t)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Optional VRF mix path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mixed = SHA256(`${word}:${client}:${nonce}`)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outcome = (int(mixed[0:8],16)/0xffffffff)*100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Contract: CypherRollVRFConsumer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VRF v2.5 · 3 conf · 200k gas · 1 word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TS path currently simulates fulfillment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Wallet Auth — SIWE / SIWS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Zero-KYC cryptographic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1.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Navbar: SOL or EVM. Phantom / Solflare or MetaMask / Rabby / Coinbase via RainbowKit.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2. Nonce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GET /api/auth/nonce → challenge: “Welcome to CypherRoll Casino!…”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3. 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Wallet signs SIWE-style (EVM) or SIWS-style (Solana) message.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4.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POST /api/auth/verify → HMAC-signed cypher_session cookie (TTL 365 days).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5.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Auto-provision: seed pair, Bronze VIP, balance_usdc = 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6.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GET /api/auth/me · POST /api/auth/logout. Spoofed wallets rejected.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Smart Contracts &amp;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EVM vaults + Solana escrow + VRF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CypherRollVault.sol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depositETH()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depositERC20(token, amount)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Withdrawal via EIP-712: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(player, token, amount,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 nonce, deadline)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Signed by operatorSigner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Sequential nonces · pause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CEI before transfer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Domain: CypherRollVault v1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Chains: Base 8453,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Arbitrum One 42161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USDC: Base 0x833589…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Arb 0xaf88d0…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VRF + Solana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CypherRollVRFConsumer.sol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Chainlink VRF v2.5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requestEntropy(roundId)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rawFulfillRandomWords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Base coordinator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0xd5D517aBE5cF79B7…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cypherroll_escrow (Anchor)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initialize_vault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deposit_sol / withdraw_sol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PDA: deposited + nonce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Program id placeholder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Frontend RPC: Solana devnet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4300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Settlement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OFF-CHAIN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Game outcomes (HMAC)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Balance ledger (Supabase)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Crash tick engine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ON-CHAIN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Deposits into vault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Signed withdrawals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Optional VRF entropy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TOKEN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Ledger unit: USDC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Future: $CYPH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20% net rev buyback/burn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Cashier — Deposit &amp; Withdraw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Multi-chain USDC · AML · Idempotent credit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Deposit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1. Open CashierModal (Base / Arb / Sol)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2. Transfer USDC to vault on-chain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3. POST /api/cashier/deposit (intent)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4. POST /api/cashier/verify-deposit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 • tx-hash idempotency check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 • AML screening (sanctions registry)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 • Quarantine if flagged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5. Credit balance_usdc in profiles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6. Ledger row in transactions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Dev: ALLOW_SIMULATED_DEPOSITS for testing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Listener: lib/web3/deposit-listener.ts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Withdraw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1. Request withdraw (min $10, max $25,000)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2. POST /api/cashier/withdraw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3. Deduct balance atomically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4. EVM: EIP-712 operator voucher signed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 (OPERATOR_SIGNER_PRIVATE_KEY)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5. Player claims on-chain with signature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6. Solana: escrow withdraw params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 (Ed25519 verify noted for production)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Safety rails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Max automated withdrawal: 25,000 USDC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Kelly max-bet still governs gameplay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Circuit breaker can freeze 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Treasury, Kelly Caps &amp; Solvency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Community Bankroll Vault · Risk of ruin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Bankroll Vault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Stake USDC as LP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Displayed APY: 19.4%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Kelly max-bet shown live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Health statuses: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HEALTHY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WARNING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CIRCUIT_BREAKER_ACTIVE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API: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GET /treasury/status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POST /treasury/stake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Table: bankroll_stakes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Reserves (display defaults)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Base:     $650,000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Arbitrum: $400,000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Solana:   $200,000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Total:    $1,250,000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Kelly rule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maxBet = 1% × liquid reserves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→ $12,500 at $1.25M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Invariant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Σ user balances ≤ vault reserves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Treasury tiers (docs)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Hot ≤5% · Warm 15% · Cold 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4300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Why Kelly?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Caps single-outcome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exposure to 1% of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liquid hot reserves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Prevents one whale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from bankrupting vault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Aligns LP risk with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mathematical edge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Enforced server-side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on bet placement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Pairs with circuit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  breaker for ops halt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VIP Rakeback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Return 10–25% of house edge based on wager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16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$0+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 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128016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4155"/>
                </a:solidFill>
                <a:latin typeface="Calibri"/>
              </a:defRPr>
            </a:pPr>
            <a: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$500+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 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28016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$2,500+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 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28016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Platinum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$10,000+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 edge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28016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Diamond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$50,000+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 edge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48056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17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Runtime engines often apply a fixed 15% of edge (Dice: wager×0.01×0.15 · Crash: wager×0.02×0.15); UI tiers advertise 10–25% of edge by volume.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Claim unclaimed rakeback into balance via VIPRakebackModal · Accrues on real bets only (not demo).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Future $CYPH: buyback &amp; burn from 20% of net platform revenue (PRD Priority 2 — not yet implemented).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Design System &amp; 3D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Dark OLED Cyberpunk / High-Tech Web3 Casino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17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8288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#0F172A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188720"/>
            <a:ext cx="1828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Calibri"/>
              </a:defRPr>
            </a:pPr>
            <a: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#1E293B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18288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#F59E0B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182880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Calibri"/>
              </a:defRPr>
            </a:pPr>
            <a:r>
              <a:t>CTA Violet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#8B5CF6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1828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#10B981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1188720"/>
            <a:ext cx="18288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Calibri"/>
              </a:defRPr>
            </a:pPr>
            <a:r>
              <a:t>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#EF4444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606040"/>
            <a:ext cx="56692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Typography &amp; Effects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Headings / multipliers: Orbitron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Body / controls: Exo 2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Hashes / seeds / wallets: JetBrains Mono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Effects: glow-gold, glow-purple, glass-panel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Icons: lucide-react only (Rules.md)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WCAG contrast · prefers-reduced-motion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Responsive: 375px → 1440px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60604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3D Assets (Blender → GLB)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004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dice.glb ~267KB — DiceCanvas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rocket.glb ~56KB — CrashRocketCanvas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chip.glb ~172KB — CasinoChipCanvas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Draco-compressed · under 1.5MB total budget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npm run generate:3d (headless Blender)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2D canvas fallbacks + WebGL error boundary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Tor-safe: WebGL may fail → graceful degrade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Live Social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Realtime bets feed + VIP-colored trollbox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18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LiveBetsTicker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Global recent bets stream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Source: Supabase Realtime and/or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  GET /api/bets/recent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Surfaces game type, wager, outcome,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  multiplier, wallet snippet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Builds FOMO + social proof without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  leaving the lobby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Low-overhead vs full WebSocket lobby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Trollbox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GET/POST /api/trollbox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Table: trollbox_messages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VIP-colored badges by tier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Presence-style “online” UX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Toggleable from lobby chrome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RLS: public read; writes via service_role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Completes Rollbit-class social feel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Privacy, PoW &amp; 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Tor v3 · WebRTC mitigation · bot resistance · sanctions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19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3749039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Tor &amp;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Docker: app → nginx:8080 → Tor HS :80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Onion v3 hidden service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nginx access_log off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CSP + Permissions-Policy headers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WebRTC disabled messaging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Tor-safe localStorage polyfill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Zero IP logging design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188720"/>
            <a:ext cx="3749039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Proof of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874519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Minimal PoW for Tor bot resistance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~3 leading hex zeros on SHA256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Challenge HMAC-signed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~60s TTL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API: /api/security/pow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Client: lib/security/pow-client.ts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Secret: POW_SECRET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188720"/>
            <a:ext cx="3749039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AML 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874519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Registry: Tornado Cash, Lazarus, …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POST /api/security/aml-check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Flagged deposits → quarantine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Table: aml_sanctions_quarantine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Runs on verify-deposit path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Admin visibility for ops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Complements solvency controls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Admin Operator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/admin — wallet-gated CYPHER_OPERATOR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20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300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Auth: ADMIN_ALLOWED_WALLETS + ADMIN_SECRET_KEY · POST /api/admin/auth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Maintenance mode — platform-wide freeze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Pause Crash engine independently · Pause Dice engine independently (503 on game APIs)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Kelly metrics &amp; treasury health surfaces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Audit log of operator actions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Player / metrics views via GET /api/admin/metrics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Controls: POST /api/admin/controls → lib/admin-controls-state.ts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Complements circuit breaker for financial safety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Role: human-in-the-loop for incidents, migrations, and bankroll stress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API Surface &amp;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Next.js App Router handlers + Supabase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21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Key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Auth: /nonce · /verify · /me · /logout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User: /api/user/profile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Dice: POST /api/games/dice/roll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Crash: /bet · /cashout · /state · /stream · /ping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PF: /provably-fair/verify · /rotate-seed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VRF: /vrf/request · /vrf/verify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Cashier: /deposit · /verify-deposit · /withdraw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Treasury: /status · /stake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Social: /trollbox · /bets/recent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Security: /pow · /aml-check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Admin: /auth · /controls · /metrics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Tables &amp; RPCs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Tables: profiles · bets · transactions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trollbox_messages · bankroll_stakes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crash_rounds · aml_sanctions_quarantine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RPCs (row locks):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execute_atomic_bet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execute_crash_wager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execute_crash_cashout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RLS: public read on profiles/bets/trollbox/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  stakes/crash_rounds; writes via service_role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Fallback: in-memory mock if Supabase missing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Project: cypherroll-casino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Security Invariants (Rules.md)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Non-negotiable engineering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22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No Math.random()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All outcomes from HMAC-SHA256 / CSPRNG. Test suite enforces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Commit before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serverSeedHash published before bets. Reveal only after rotation / round 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3172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Never leak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No seeds, keys, or SESSION_SECRET in NEXT_PUBLIC_*. Client only sees hashes.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3172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Atomic balances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SQL FOR UPDATE / conditional .gte(balance, wager) prevents double-spend races.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6616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Signed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cypher_session = base64url(payload).HMAC(SESSION_SECRET, payload)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56616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Wallet binding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Game APIs require valid session in Real mode; spoofed addresses rejected.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80060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Financial caps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03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Kelly 1% · withdraw max $25k · solvency Σ balances ≤ reserves · circuit breaker.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80060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Ops kill switches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03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Maintenance + per-engine pause from admin — 503 on game routes.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Deployment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Docker · nginx · Tor · env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23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Runtime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Node 20 Alpine container (Next standalone)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BUILD_STANDALONE for Docker image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nginx reverse proxy on :8080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Tor v3 maps :80 → nginx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docker-compose wires app + env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Optional Redis for crash leader election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Supabase cloud or self-hosted PG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Public clearnet + .onion dual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Critical Env Vars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NEXT_PUBLIC_SUPABASE_URL / ANON_KEY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SUPABASE_SERVICE_ROLE_KEY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SESSION_SECRET · ADMIN_SECRET_KEY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ADMIN_ALLOWED_WALLETS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OPERATOR_SIGNER_PRIVATE_KEY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NEXT_PUBLIC_OPERATOR_SIGNER_ADDRESS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NEXT_PUBLIC_BASE_VAULT_ADDRESS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NEXT_PUBLIC_ARB_VAULT_ADDRESS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REDIS_URL / UPSTASH_*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POW_SECRET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ALLOW_SIMULATED_DEPOSITS (dev only)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Demo Mode vs Real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Same math — different money 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24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DEMO (Guest 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 wallet required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Virtual $1,000 credits (localStorage)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Reset Credits available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Full PF math still runs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Demo roll reveals server seed immediately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 rakeback accrual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No on-chain settlement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Ideal for fairness skeptics to audit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REAL (Authenticated)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Wallet + signed session required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USDC balance from vault deposits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Atomic SQL bet RPCs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Seeds stay secret until rotation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Rakeback accrues by VIP tier logic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Live ticker + social participation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Withdrawals via signed vouchers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Seamless switch from Demo after auth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Implementation Status vs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Honest inventory — prototype vs live mainnet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25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09728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7043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P0 Auth, PF, Dice, Crash, vaults, 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170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Implemented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19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19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19071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P1 VIP, live bets, Kelly, Tor packaging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1907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9456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219456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6771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P2 Community Bankroll 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677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UI + API/DB present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274320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1635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P2 $CYPH buyback &amp; burn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16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Spec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39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3291839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64991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Plinko / Martingale auto-bet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6499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PRD / incomplete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384048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1363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Chainlink VRF live fulfillment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13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Contract + simulated 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8912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438912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6227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Vault addresses / Solana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622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Placeholders / devnet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3776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0" y="493776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1091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Treasury reserve figures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010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Display defaults in UI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8640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0" y="548640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5955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Phase.docs (6 phases)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5595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Marked complete &amp; 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End-to-End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Connect → Play → Settle →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26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Play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1. Connect wallet → Sign → Session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2. Deposit USDC → AML verify → Credit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3. Dice: set target → Roll → Settle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4. Crash: bet in STARTING → Cash out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5. Withdraw → EIP-712 / Solana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Fairness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1. Open Security / PF modal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2. Note serverSeedHash pre-play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3. Play → rotate or wait reveal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4. Recompute HMAC locally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5. Match outcome bit-for-bit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LP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1. Open VAULT tab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2. Check solvency % &amp; health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3. Stake USDC into bankroll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4. Earn house-edge yield (APY UI)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5. Monitor Kelly cap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83464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Ops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1. Operator wallet → /admin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2. Review metrics &amp; Kelly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3. Pause engine if incident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4. Toggle maintenance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5. Clear quarantine / audit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makes CypherRoll distinct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CypherRoll  · 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27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Hybrid settlement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Off-chain HMAC games for speed; on-chain vaults for funds. Best of both worlds.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Math over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Commit–reveal + public verifier turns fairness into a reproducible computation.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Risk engineered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Kelly 1%, $25k withdraw cap, solvency monitor, AML, PoW, admin kill switches.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Privacy as a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Tor v3 + zero-log posture + SIWE/SIWS zero-KYC is a first-class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Rollbit-class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3D canvases, live ticker, VIP, cashier, crash SSE — polished single-page casino lobby.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Clear honesty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Rich prototype: PF + engines + schema + contracts. Placeholders on mainnet addrs / VRF / $CYPH.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Arial"/>
              </a:defRPr>
            </a:pPr>
            <a:r>
              <a:t>CYPHERROLL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Autonomous Provably Fair Gaming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HMAC-SHA256  ·  Sub-50ms  ·  Multi-Chain Escrow  ·  Tor Privacy  ·  Kelly Solvency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Source: cypherroll-web3  ·  PRD · Architecture · Design · Rules · Phase.docs · lib/provably-fair.ts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5CF6"/>
                </a:solidFill>
                <a:latin typeface="Calibri"/>
              </a:defRPr>
            </a:pPr>
            <a:r>
              <a:t>“The best code is the code you never wrote.” — Ponytail Minimalist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